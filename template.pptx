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016125" cy="31686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80" userDrawn="1">
          <p15:clr>
            <a:srgbClr val="A4A3A4"/>
          </p15:clr>
        </p15:guide>
        <p15:guide id="3" orient="horz" pos="99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雨宫Lin" initials="雨宫Lin" lastIdx="1" clrIdx="0">
    <p:extLst>
      <p:ext uri="{19B8F6BF-5375-455C-9EA6-DF929625EA0E}">
        <p15:presenceInfo xmlns:p15="http://schemas.microsoft.com/office/powerpoint/2012/main" userId="雨宫L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8" autoAdjust="0"/>
    <p:restoredTop sz="94660"/>
  </p:normalViewPr>
  <p:slideViewPr>
    <p:cSldViewPr snapToGrid="0">
      <p:cViewPr varScale="1">
        <p:scale>
          <a:sx n="240" d="100"/>
          <a:sy n="240" d="100"/>
        </p:scale>
        <p:origin x="3780" y="186"/>
      </p:cViewPr>
      <p:guideLst>
        <p:guide pos="680"/>
        <p:guide orient="horz" pos="99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2736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5264B9-044B-4CDA-A2F3-E0655AC8FBF6}" type="datetimeFigureOut">
              <a:rPr lang="zh-CN" altLang="en-US" smtClean="0"/>
              <a:t>2026/10/25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47925" y="1143000"/>
            <a:ext cx="1962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3CF17-6456-4471-AE9D-C744CBEA44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32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32B1556-9636-88B8-F95B-2FE7DB37011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2016125" cy="316865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标题 6">
            <a:extLst>
              <a:ext uri="{FF2B5EF4-FFF2-40B4-BE49-F238E27FC236}">
                <a16:creationId xmlns:a16="http://schemas.microsoft.com/office/drawing/2014/main" id="{2BA85525-1B42-21C9-8FEA-05E78D755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072" y="204158"/>
            <a:ext cx="200285" cy="2760335"/>
          </a:xfrm>
        </p:spPr>
        <p:txBody>
          <a:bodyPr vert="eaVert" lIns="0" tIns="0" rIns="0" bIns="0" anchor="ctr">
            <a:noAutofit/>
          </a:bodyPr>
          <a:lstStyle>
            <a:lvl1pPr algn="l">
              <a:lnSpc>
                <a:spcPct val="100000"/>
              </a:lnSpc>
              <a:defRPr lang="zh-CN" altLang="en-US" sz="1100" kern="1200" spc="0" baseline="0" dirty="0">
                <a:solidFill>
                  <a:schemeClr val="bg1"/>
                </a:solidFill>
                <a:effectLst>
                  <a:glow rad="63500">
                    <a:schemeClr val="tx1">
                      <a:alpha val="12000"/>
                    </a:schemeClr>
                  </a:glow>
                  <a:outerShdw blurRad="50800" dist="25400" dir="18900000" algn="bl" rotWithShape="0">
                    <a:prstClr val="black">
                      <a:alpha val="88000"/>
                    </a:prstClr>
                  </a:outerShdw>
                </a:effectLst>
                <a:latin typeface="思源宋体 CN Light" panose="02020300000000000000" pitchFamily="18" charset="-122"/>
                <a:ea typeface="思源宋体 CN Light" panose="02020300000000000000" pitchFamily="18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592E16A2-398D-0ACE-AD7A-0D58287BE6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7774" y="204157"/>
            <a:ext cx="205021" cy="2760335"/>
          </a:xfrm>
        </p:spPr>
        <p:txBody>
          <a:bodyPr vert="eaVert" lIns="0" tIns="0" rIns="0" bIns="0" anchor="ctr">
            <a:noAutofit/>
          </a:bodyPr>
          <a:lstStyle>
            <a:lvl1pPr marL="0" indent="0" algn="r">
              <a:lnSpc>
                <a:spcPct val="100000"/>
              </a:lnSpc>
              <a:buNone/>
              <a:defRPr sz="1100">
                <a:solidFill>
                  <a:schemeClr val="bg1"/>
                </a:solidFill>
                <a:effectLst>
                  <a:glow rad="63500">
                    <a:schemeClr val="tx1">
                      <a:alpha val="12000"/>
                    </a:schemeClr>
                  </a:glow>
                  <a:outerShdw blurRad="50800" dist="25400" dir="18900000" algn="bl" rotWithShape="0">
                    <a:prstClr val="black">
                      <a:alpha val="88000"/>
                    </a:prstClr>
                  </a:outerShdw>
                </a:effectLst>
                <a:latin typeface="思源宋体 CN Light" panose="02020300000000000000" pitchFamily="18" charset="-122"/>
                <a:ea typeface="思源宋体 CN Light" panose="02020300000000000000" pitchFamily="18" charset="-122"/>
              </a:defRPr>
            </a:lvl1pPr>
            <a:lvl2pPr marL="100813" indent="0">
              <a:buNone/>
              <a:defRPr/>
            </a:lvl2pPr>
            <a:lvl3pPr marL="201626" indent="0">
              <a:buNone/>
              <a:defRPr/>
            </a:lvl3pPr>
            <a:lvl4pPr marL="302438" indent="0">
              <a:buNone/>
              <a:defRPr/>
            </a:lvl4pPr>
            <a:lvl5pPr marL="403251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048" y="204157"/>
            <a:ext cx="103024" cy="769144"/>
          </a:xfrm>
          <a:prstGeom prst="rect">
            <a:avLst/>
          </a:prstGeom>
        </p:spPr>
        <p:txBody>
          <a:bodyPr vert="eaVert" lIns="0" tIns="0" rIns="0" bIns="0" rtlCol="0" anchor="ctr">
            <a:noAutofit/>
          </a:bodyPr>
          <a:lstStyle>
            <a:lvl1pPr algn="l">
              <a:defRPr lang="zh-CN" altLang="en-US" sz="800" smtClean="0">
                <a:solidFill>
                  <a:schemeClr val="bg1"/>
                </a:solidFill>
                <a:effectLst>
                  <a:glow rad="63500">
                    <a:schemeClr val="tx1">
                      <a:alpha val="12000"/>
                    </a:schemeClr>
                  </a:glow>
                  <a:outerShdw blurRad="50800" dist="25400" dir="18900000" algn="bl" rotWithShape="0">
                    <a:prstClr val="black">
                      <a:alpha val="88000"/>
                    </a:prstClr>
                  </a:outerShdw>
                </a:effectLst>
                <a:latin typeface="Century Schoolbook" panose="02040604050505020304" pitchFamily="18" charset="0"/>
                <a:ea typeface="思源宋体 CN Light" panose="02020300000000000000" pitchFamily="18" charset="-122"/>
                <a:cs typeface="Arial" panose="020B0604020202020204" pitchFamily="34" charset="0"/>
              </a:defRPr>
            </a:lvl1pPr>
          </a:lstStyle>
          <a:p>
            <a:pPr defTabSz="201625">
              <a:spcBef>
                <a:spcPts val="221"/>
              </a:spcBef>
              <a:buFont typeface="Arial" panose="020B0604020202020204" pitchFamily="34" charset="0"/>
              <a:buNone/>
            </a:pPr>
            <a:r>
              <a:rPr lang="en-US" altLang="zh-CN" smtClean="0"/>
              <a:t>26OCT-</a:t>
            </a:r>
            <a:fld id="{6C34FF5C-A5B3-47CC-9402-D339EFE91101}" type="slidenum">
              <a:rPr lang="en-US" altLang="zh-CN" smtClean="0"/>
              <a:pPr defTabSz="201625">
                <a:spcBef>
                  <a:spcPts val="221"/>
                </a:spcBef>
                <a:buFont typeface="Arial" panose="020B0604020202020204" pitchFamily="34" charset="0"/>
                <a:buNone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6281696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998" userDrawn="1">
          <p15:clr>
            <a:srgbClr val="FBAE40"/>
          </p15:clr>
        </p15:guide>
        <p15:guide id="2" pos="63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609" y="168702"/>
            <a:ext cx="1738908" cy="6124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609" y="843507"/>
            <a:ext cx="1738908" cy="2010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609" y="2936870"/>
            <a:ext cx="453628" cy="168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7842" y="2936870"/>
            <a:ext cx="680442" cy="168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3888" y="2936870"/>
            <a:ext cx="453628" cy="1687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4FF5C-A5B3-47CC-9402-D339EFE911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45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l" defTabSz="201625" rtl="0" eaLnBrk="1" latinLnBrk="0" hangingPunct="1">
        <a:lnSpc>
          <a:spcPct val="90000"/>
        </a:lnSpc>
        <a:spcBef>
          <a:spcPct val="0"/>
        </a:spcBef>
        <a:buNone/>
        <a:defRPr sz="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406" indent="-50406" algn="l" defTabSz="201625" rtl="0" eaLnBrk="1" latinLnBrk="0" hangingPunct="1">
        <a:lnSpc>
          <a:spcPct val="90000"/>
        </a:lnSpc>
        <a:spcBef>
          <a:spcPts val="221"/>
        </a:spcBef>
        <a:buFont typeface="Arial" panose="020B0604020202020204" pitchFamily="34" charset="0"/>
        <a:buChar char="•"/>
        <a:defRPr sz="617" kern="1200">
          <a:solidFill>
            <a:schemeClr val="tx1"/>
          </a:solidFill>
          <a:latin typeface="+mn-lt"/>
          <a:ea typeface="+mn-ea"/>
          <a:cs typeface="+mn-cs"/>
        </a:defRPr>
      </a:lvl1pPr>
      <a:lvl2pPr marL="151219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2pPr>
      <a:lvl3pPr marL="252032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3pPr>
      <a:lvl4pPr marL="352844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4pPr>
      <a:lvl5pPr marL="453657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5pPr>
      <a:lvl6pPr marL="554469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6pPr>
      <a:lvl7pPr marL="655282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7pPr>
      <a:lvl8pPr marL="756095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8pPr>
      <a:lvl9pPr marL="856907" indent="-50406" algn="l" defTabSz="201625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1pPr>
      <a:lvl2pPr marL="100813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2pPr>
      <a:lvl3pPr marL="201625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3pPr>
      <a:lvl4pPr marL="302438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4pPr>
      <a:lvl5pPr marL="403250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5pPr>
      <a:lvl6pPr marL="504063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6pPr>
      <a:lvl7pPr marL="604876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7pPr>
      <a:lvl8pPr marL="705688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8pPr>
      <a:lvl9pPr marL="806501" algn="l" defTabSz="201625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496B171B-41C7-E9DE-B108-94ADCB2BFD0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l="7582" r="7582"/>
          <a:stretch/>
        </p:blipFill>
        <p:spPr/>
      </p:pic>
      <p:sp>
        <p:nvSpPr>
          <p:cNvPr id="17" name="标题 16">
            <a:extLst>
              <a:ext uri="{FF2B5EF4-FFF2-40B4-BE49-F238E27FC236}">
                <a16:creationId xmlns:a16="http://schemas.microsoft.com/office/drawing/2014/main" id="{CEA2A0BC-1935-2936-7AB4-7ACE0A719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白花夹竹桃</a:t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DD8DF1C1-A0F5-C253-0C1D-D4AA6E5FF1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mtClean="0"/>
              <a:t>夹竹桃科夹竹桃属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defTabSz="201625">
              <a:spcBef>
                <a:spcPts val="221"/>
              </a:spcBef>
              <a:buFont typeface="Arial" panose="020B0604020202020204" pitchFamily="34" charset="0"/>
              <a:buNone/>
            </a:pPr>
            <a:r>
              <a:rPr lang="en-US" altLang="zh-CN" smtClean="0"/>
              <a:t>26OCT-</a:t>
            </a:r>
            <a:fld id="{6C34FF5C-A5B3-47CC-9402-D339EFE91101}" type="slidenum">
              <a:rPr lang="en-US" altLang="zh-CN" smtClean="0"/>
              <a:pPr defTabSz="201625">
                <a:spcBef>
                  <a:spcPts val="221"/>
                </a:spcBef>
                <a:buFont typeface="Arial" panose="020B0604020202020204" pitchFamily="34" charset="0"/>
                <a:buNone/>
              </a:pPr>
              <a:t>1</a:t>
            </a:fld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9DC9B1-D73F-66C0-DEF1-A049DB1431AE}"/>
              </a:ext>
            </a:extLst>
          </p:cNvPr>
          <p:cNvSpPr/>
          <p:nvPr/>
        </p:nvSpPr>
        <p:spPr>
          <a:xfrm>
            <a:off x="-1" y="0"/>
            <a:ext cx="2016125" cy="3168650"/>
          </a:xfrm>
          <a:prstGeom prst="rect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测试页</a:t>
            </a:r>
          </a:p>
        </p:txBody>
      </p:sp>
    </p:spTree>
    <p:extLst>
      <p:ext uri="{BB962C8B-B14F-4D97-AF65-F5344CB8AC3E}">
        <p14:creationId xmlns:p14="http://schemas.microsoft.com/office/powerpoint/2010/main" val="2322068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3718</TotalTime>
  <Words>9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等线</vt:lpstr>
      <vt:lpstr>等线 Light</vt:lpstr>
      <vt:lpstr>思源宋体 CN Light</vt:lpstr>
      <vt:lpstr>微软雅黑</vt:lpstr>
      <vt:lpstr>Arial</vt:lpstr>
      <vt:lpstr>Calibri</vt:lpstr>
      <vt:lpstr>Calibri Light</vt:lpstr>
      <vt:lpstr>Century Schoolbook</vt:lpstr>
      <vt:lpstr>Office 主题​​</vt:lpstr>
      <vt:lpstr>白花夹竹桃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蓝花鼠尾草</dc:title>
  <dc:creator>Lin 雨宫</dc:creator>
  <cp:lastModifiedBy>雨宫Lin</cp:lastModifiedBy>
  <cp:revision>14</cp:revision>
  <dcterms:created xsi:type="dcterms:W3CDTF">2026-09-24T22:40:25Z</dcterms:created>
  <dcterms:modified xsi:type="dcterms:W3CDTF">2026-10-25T08:53:25Z</dcterms:modified>
</cp:coreProperties>
</file>